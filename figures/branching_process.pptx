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1699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0287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226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704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5789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2975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1331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0388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7320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344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1329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8EA03-54BB-41FF-BB9F-BEAE2B4F01EE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8728B-8CB5-43E6-BFFD-68D4F7D65C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6490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25" y="2433975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/>
          <p:cNvCxnSpPr/>
          <p:nvPr/>
        </p:nvCxnSpPr>
        <p:spPr>
          <a:xfrm flipV="1">
            <a:off x="5189311" y="1577184"/>
            <a:ext cx="1088572" cy="4693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71" y="1062949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71" y="1988228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/>
          <p:cNvCxnSpPr/>
          <p:nvPr/>
        </p:nvCxnSpPr>
        <p:spPr>
          <a:xfrm flipV="1">
            <a:off x="3485704" y="2049977"/>
            <a:ext cx="986063" cy="8940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189311" y="2046514"/>
            <a:ext cx="1088572" cy="4693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236" y="1533302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9" name="Straight Connector 48"/>
          <p:cNvCxnSpPr/>
          <p:nvPr/>
        </p:nvCxnSpPr>
        <p:spPr>
          <a:xfrm flipV="1">
            <a:off x="5189311" y="3407681"/>
            <a:ext cx="1088572" cy="4693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71" y="2893446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71" y="3818725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Connector 51"/>
          <p:cNvCxnSpPr/>
          <p:nvPr/>
        </p:nvCxnSpPr>
        <p:spPr>
          <a:xfrm>
            <a:off x="5189311" y="3877011"/>
            <a:ext cx="1088572" cy="4693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 descr="Stick-Man Icons - Free SVG &amp; PNG Stick-Man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236" y="3363799"/>
            <a:ext cx="911225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traight Connector 60"/>
          <p:cNvCxnSpPr/>
          <p:nvPr/>
        </p:nvCxnSpPr>
        <p:spPr>
          <a:xfrm>
            <a:off x="3485704" y="2933131"/>
            <a:ext cx="986063" cy="8940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2737995" y="5128868"/>
                <a:ext cx="7996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NZ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NZ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NZ" sz="20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995" y="5128868"/>
                <a:ext cx="799642" cy="307777"/>
              </a:xfrm>
              <a:prstGeom prst="rect">
                <a:avLst/>
              </a:prstGeom>
              <a:blipFill>
                <a:blip r:embed="rId3"/>
                <a:stretch>
                  <a:fillRect l="-10687" r="-3817" b="-156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4451901" y="5128868"/>
                <a:ext cx="7936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NZ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NZ" sz="20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01" y="5128868"/>
                <a:ext cx="793679" cy="307777"/>
              </a:xfrm>
              <a:prstGeom prst="rect">
                <a:avLst/>
              </a:prstGeom>
              <a:blipFill>
                <a:blip r:embed="rId4"/>
                <a:stretch>
                  <a:fillRect l="-10769" r="-3846" b="-1372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6271534" y="5128868"/>
                <a:ext cx="7996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NZ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NZ" sz="20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NZ" sz="2000" dirty="0"/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534" y="5128868"/>
                <a:ext cx="799642" cy="307777"/>
              </a:xfrm>
              <a:prstGeom prst="rect">
                <a:avLst/>
              </a:prstGeom>
              <a:blipFill>
                <a:blip r:embed="rId5"/>
                <a:stretch>
                  <a:fillRect l="-10687" r="-3817" b="-156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21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michael.plank@canterbury.ac.nz</dc:creator>
  <cp:lastModifiedBy>michael.plank@canterbury.ac.nz</cp:lastModifiedBy>
  <cp:revision>13</cp:revision>
  <dcterms:created xsi:type="dcterms:W3CDTF">2026-06-22T22:41:06Z</dcterms:created>
  <dcterms:modified xsi:type="dcterms:W3CDTF">2026-06-22T23:31:45Z</dcterms:modified>
</cp:coreProperties>
</file>